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8749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Item-Based Collaborative Filtering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tương tác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6384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(User × Video)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ô = rating / tương tác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88336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tương đồng video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08376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S_item = sim(Xᵀ, Xᵀ)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video–video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10328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score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30368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video i chưa xem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theo lịch sử H(x)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0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24344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4072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Lọc ứng viên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52360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H(x)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giữ video chưa xem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54312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46336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Top-K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74352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sort(score ↓)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K video đầu tiên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02920"/>
            <a:ext cx="1087495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User-Based Collaborative Filtering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trận tương tác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86384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(User × Video)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ô = rating / tương tác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688336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80360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0088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tương đồng user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08376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S_user = sim(X, X)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user–user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10328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user lân cận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30368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N(x) = Top-N neighbors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user tương đồng nhất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0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24344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4072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score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52360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video i chưa xem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từ các user lân cận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354312" y="2706624"/>
            <a:ext cx="155448" cy="320040"/>
          </a:xfrm>
          <a:prstGeom prst="chevron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46336" y="2148840"/>
            <a:ext cx="1993392" cy="1444752"/>
          </a:xfrm>
          <a:prstGeom prst="rect">
            <a:avLst/>
          </a:prstGeom>
          <a:solidFill>
            <a:srgbClr val="FFFFFF"/>
          </a:solidFill>
          <a:ln w="1651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56064" y="2331720"/>
            <a:ext cx="1773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Xếp hạng Top-K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674352" y="27889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sort(score ↓)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Lấy K video đầu tiên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Collaborative Filtering pipelines</dc:title>
  <dc:subject>Item-Based and User-Based CF block diagrams</dc:subject>
  <dc:creator>HuTube</dc:creator>
  <cp:lastModifiedBy>HuTube</cp:lastModifiedBy>
  <cp:revision>1</cp:revision>
  <dcterms:created xsi:type="dcterms:W3CDTF">2026-10-01T16:18:22Z</dcterms:created>
  <dcterms:modified xsi:type="dcterms:W3CDTF">2026-10-01T16:18:22Z</dcterms:modified>
</cp:coreProperties>
</file>